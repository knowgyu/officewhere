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범위 정의 완료</a:t>
            </a:r>
          </a:p>
          <a:p>
            <a:r>
              <a:t>예산 검토 완료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위험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인력 확보 지연</a:t>
            </a:r>
          </a:p>
          <a:p>
            <a:r>
              <a:t>외부 연동 일정 미정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5월: 요구사항 확정</a:t>
            </a:r>
          </a:p>
          <a:p>
            <a:r>
              <a:t>6월: 구현 시작</a:t>
            </a:r>
          </a:p>
          <a:p>
            <a:r>
              <a:t>7월: 사용자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