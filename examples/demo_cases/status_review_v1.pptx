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범위 정의 완료</a:t>
            </a:r>
          </a:p>
          <a:p>
            <a:r>
              <a:t>예산 검토 진행중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5월: 요구사항 확정</a:t>
            </a:r>
          </a:p>
          <a:p>
            <a:r>
              <a:t>6월: 구현 시작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