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프로젝트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표로 보기 변경 이력 개선</a:t>
            </a:r>
          </a:p>
          <a:p>
            <a:r>
              <a:t>창 닫기/트레이 동작 안정화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변경점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추가/삭제 셀 색상 표시</a:t>
            </a:r>
          </a:p>
          <a:p>
            <a:r>
              <a:t>상세 이력 수정 전/후 박스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260510 기준: v3 검수</a:t>
            </a:r>
          </a:p>
          <a:p>
            <a:r>
              <a:t>260517 기준: 릴리즈 후보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