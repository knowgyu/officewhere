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프로젝트 상태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버전관리 표 보기 개선 완료</a:t>
            </a:r>
          </a:p>
          <a:p>
            <a:r>
              <a:t>릴리즈 후보 준비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변경점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Excel v4 표 보기 추가 검증</a:t>
            </a:r>
          </a:p>
          <a:p>
            <a:r>
              <a:t>설정 화면 문구 정리 예정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위험 요소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대용량 Excel 렌더링 성능 모니터링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260517 기준: v4 검수</a:t>
            </a:r>
          </a:p>
          <a:p>
            <a:r>
              <a:t>260524 기준: 사용자 배포 준비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