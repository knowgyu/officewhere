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프로젝트 상태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검색 범위 옵션 설계</a:t>
            </a:r>
          </a:p>
          <a:p>
            <a:r>
              <a:t>정합성 그룹 기준 검토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260419 기준: 내부 테스트 준비</a:t>
            </a:r>
          </a:p>
          <a:p>
            <a:r>
              <a:t>위험: 엑셀 예산 확정 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