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프로젝트 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본문만 검색 배포 완료</a:t>
            </a:r>
          </a:p>
          <a:p>
            <a:r>
              <a:t>Office 정합성 그룹 기준 적용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위험 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일정 지연 가능성 감소</a:t>
            </a:r>
          </a:p>
          <a:p>
            <a:r>
              <a:t>사용자 교육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260426 기준: 사용자 검증</a:t>
            </a:r>
          </a:p>
          <a:p>
            <a:r>
              <a:t>릴리즈 체크리스트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