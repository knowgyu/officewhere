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프로젝트 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검색/정합성 1차 사용자 피드백 반영</a:t>
            </a:r>
          </a:p>
          <a:p>
            <a:r>
              <a:t>Excel 표 보기 개선 진행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 요소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공유 드라이브 접근성 확인</a:t>
            </a:r>
          </a:p>
          <a:p>
            <a:r>
              <a:t>대용량 Excel 표시 정책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260503 기준: v2 내부 검수</a:t>
            </a:r>
          </a:p>
          <a:p>
            <a:r>
              <a:t>260510 기준: 사용자 피드백 수집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